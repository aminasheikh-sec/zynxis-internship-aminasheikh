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Security Report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Zynxis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Capstone — Cybersecurity Internship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251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Amina Sheikh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28800" y="17373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Cyber Threats Facing Zynxis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2788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Stay Safe from Each Threat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0" y="3840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28800" y="48920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Free Security Tools to Adopt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Cyber Threats Facing Zynxis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5361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40487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&amp; Ransomware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27355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 / Brute Force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14223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Vulnerabilities (SQLi, XSS)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50109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/ Outdated Software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Threats Explained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Phishing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4231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 or messages trick employees into giving up passwords or clicking malicious links.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16916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Malware &amp; Ransomware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4231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software that steals or locks company files until a ransom is paid.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75320" y="16916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Passwords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75320" y="24231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repeatedly guess passwords until they find the right one — easy with weak, reused passwords.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Threats Explained (cont.)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874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 Vulnerabilities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and XSS let attackers manipulate databases or run malicious scripts through unfiltered user input.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874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Unpatched Software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37960" y="251460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software has known security flaws that attackers actively search for and exploit.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Stay Safe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9344"/>
            <a:ext cx="164592" cy="164592"/>
          </a:xfrm>
          <a:prstGeom prst="oval">
            <a:avLst/>
          </a:prstGeom>
          <a:solidFill>
            <a:srgbClr val="4FD1C5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417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senders and never click unexpected links or attachments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478024"/>
            <a:ext cx="164592" cy="164592"/>
          </a:xfrm>
          <a:prstGeom prst="oval">
            <a:avLst/>
          </a:prstGeom>
          <a:solidFill>
            <a:srgbClr val="4FD1C5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antivirus active and back up data regularly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346704"/>
            <a:ext cx="164592" cy="164592"/>
          </a:xfrm>
          <a:prstGeom prst="oval">
            <a:avLst/>
          </a:pr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154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strong, unique passwords + Two-Factor Authentication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215384"/>
            <a:ext cx="164592" cy="164592"/>
          </a:xfrm>
          <a:prstGeom prst="oval">
            <a:avLst/>
          </a:prstGeom>
          <a:solidFill>
            <a:srgbClr val="4FD1C5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023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user input on web forms (prevents SQLi &amp; XSS)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5084064"/>
            <a:ext cx="164592" cy="164592"/>
          </a:xfrm>
          <a:prstGeom prst="oval">
            <a:avLst/>
          </a:prstGeom>
          <a:solidFill>
            <a:srgbClr val="4FD1C5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892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automatic updates on all software and systems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Zynxis Gets Hacked: Incident Response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1335024" cy="1463040"/>
          </a:xfrm>
          <a:prstGeom prst="roundRect">
            <a:avLst>
              <a:gd name="adj" fmla="val 6849"/>
            </a:avLst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1460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2971800"/>
            <a:ext cx="1243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Contain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10512" y="2377440"/>
            <a:ext cx="365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66544" y="2377440"/>
            <a:ext cx="1335024" cy="1463040"/>
          </a:xfrm>
          <a:prstGeom prst="roundRect">
            <a:avLst>
              <a:gd name="adj" fmla="val 6849"/>
            </a:avLst>
          </a:prstGeom>
          <a:solidFill>
            <a:srgbClr val="2C4468"/>
          </a:solidFill>
          <a:ln/>
        </p:spPr>
      </p:sp>
      <p:sp>
        <p:nvSpPr>
          <p:cNvPr id="8" name="Text 6"/>
          <p:cNvSpPr/>
          <p:nvPr/>
        </p:nvSpPr>
        <p:spPr>
          <a:xfrm>
            <a:off x="2066544" y="251460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12264" y="2971800"/>
            <a:ext cx="1243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Internally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28416" y="2377440"/>
            <a:ext cx="365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84448" y="2377440"/>
            <a:ext cx="1335024" cy="1463040"/>
          </a:xfrm>
          <a:prstGeom prst="roundRect">
            <a:avLst>
              <a:gd name="adj" fmla="val 6849"/>
            </a:avLst>
          </a:prstGeom>
          <a:solidFill>
            <a:srgbClr val="1B2A41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251460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0168" y="2971800"/>
            <a:ext cx="1243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Credentials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377440"/>
            <a:ext cx="365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02352" y="2377440"/>
            <a:ext cx="1335024" cy="1463040"/>
          </a:xfrm>
          <a:prstGeom prst="roundRect">
            <a:avLst>
              <a:gd name="adj" fmla="val 6849"/>
            </a:avLst>
          </a:prstGeom>
          <a:solidFill>
            <a:srgbClr val="2C4468"/>
          </a:solidFill>
          <a:ln/>
        </p:spPr>
      </p:sp>
      <p:sp>
        <p:nvSpPr>
          <p:cNvPr id="16" name="Text 14"/>
          <p:cNvSpPr/>
          <p:nvPr/>
        </p:nvSpPr>
        <p:spPr>
          <a:xfrm>
            <a:off x="5102352" y="251460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48072" y="2971800"/>
            <a:ext cx="1243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Damage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4224" y="2377440"/>
            <a:ext cx="365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20256" y="2377440"/>
            <a:ext cx="1335024" cy="1463040"/>
          </a:xfrm>
          <a:prstGeom prst="roundRect">
            <a:avLst>
              <a:gd name="adj" fmla="val 6849"/>
            </a:avLst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6620256" y="251460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65976" y="2971800"/>
            <a:ext cx="1243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Threat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82128" y="2377440"/>
            <a:ext cx="365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138160" y="2377440"/>
            <a:ext cx="1335024" cy="1463040"/>
          </a:xfrm>
          <a:prstGeom prst="roundRect">
            <a:avLst>
              <a:gd name="adj" fmla="val 6849"/>
            </a:avLst>
          </a:prstGeom>
          <a:solidFill>
            <a:srgbClr val="2C4468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251460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183880" y="2971800"/>
            <a:ext cx="1243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Systems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00032" y="2377440"/>
            <a:ext cx="365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56064" y="2377440"/>
            <a:ext cx="1335024" cy="1463040"/>
          </a:xfrm>
          <a:prstGeom prst="roundRect">
            <a:avLst>
              <a:gd name="adj" fmla="val 6849"/>
            </a:avLst>
          </a:prstGeom>
          <a:solidFill>
            <a:srgbClr val="1B2A41"/>
          </a:solidFill>
          <a:ln/>
        </p:spPr>
      </p:sp>
      <p:sp>
        <p:nvSpPr>
          <p:cNvPr id="28" name="Text 26"/>
          <p:cNvSpPr/>
          <p:nvPr/>
        </p:nvSpPr>
        <p:spPr>
          <a:xfrm>
            <a:off x="9656064" y="251460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701784" y="2971800"/>
            <a:ext cx="1243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Improve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in written report — Part 3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Free Tools Zynxis Should Use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2B13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 Defender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and removes malware, viruses, and ransomware. Built into Windows at no cost.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7830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 Firewall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and blocks unauthorized network traffic in and out of company devices.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75320" y="17830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2B134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Bitwarden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75320" y="288036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securely stores strong, unique passwords for every account.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breaches at small companies come from preventable issues — weak passwords, unpatched software, and phishing. With the right habits and free tools, Zynxis can significantly reduce its risk.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 Sheikh — Zynxis Cybersecurity Internship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2026-08-06T09:25:53Z</dcterms:created>
  <dcterms:modified xsi:type="dcterms:W3CDTF">2026-08-06T09:25:53Z</dcterms:modified>
</cp:coreProperties>
</file>